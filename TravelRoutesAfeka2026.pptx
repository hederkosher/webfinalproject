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5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667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Travel Routes Afeka 2026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אפליקציית תכנון מסלולי אופניים וטיולים בעזרת בינה מלאכותית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0" y="1810512"/>
            <a:ext cx="45720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A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מבצעי הפרויקט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58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רונן שרשנב  |  ולדיסלב פבליוק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3291840" cy="8046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GitHub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github.com/hederkosher/WebFinalProject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2926080"/>
            <a:ext cx="3291840" cy="804672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4937760" y="292608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Vercel (Production)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nextjs-client-lake.vercel.app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" y="4096512"/>
            <a:ext cx="1261872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799B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347472" y="409651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64792" y="4096512"/>
            <a:ext cx="1261872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799B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1764792" y="409651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82112" y="4096512"/>
            <a:ext cx="1261872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799B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3182112" y="409651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99432" y="4096512"/>
            <a:ext cx="1261872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799B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4599432" y="409651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16752" y="4096512"/>
            <a:ext cx="1261872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799B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6016752" y="409651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34072" y="4096512"/>
            <a:ext cx="1261872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7799B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434072" y="4096512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Routes Afeka 2026  ·  מכללת אפקה 2026  ·  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באגים ובעיות ידועות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 Bugs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50392"/>
            <a:ext cx="4160520" cy="1536192"/>
          </a:xfrm>
          <a:prstGeom prst="rect">
            <a:avLst/>
          </a:prstGeom>
          <a:solidFill>
            <a:srgbClr val="FFF0F0"/>
          </a:solidFill>
          <a:ln w="25400">
            <a:solidFill>
              <a:srgbClr val="DC3545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320040" y="850392"/>
            <a:ext cx="100584" cy="153619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566160" y="941832"/>
            <a:ext cx="804672" cy="24688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3566160" y="941832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923544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— SSR Incompatibility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1261872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ספריית Leaflet לא תומכת ב-Server Side Rendering. רכיב MapView חייב להיות מיובא עם dynamic(() =&gt; import(...), { ssr: false }), אחרת האפליקציה קורסת בטעינה.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850392"/>
            <a:ext cx="4160520" cy="1536192"/>
          </a:xfrm>
          <a:prstGeom prst="rect">
            <a:avLst/>
          </a:prstGeom>
          <a:solidFill>
            <a:srgbClr val="FFFBEB"/>
          </a:solidFill>
          <a:ln w="25400">
            <a:solidFill>
              <a:srgbClr val="E8A00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4800600" y="850392"/>
            <a:ext cx="100584" cy="1536192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8046720" y="941832"/>
            <a:ext cx="804672" cy="246888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8046720" y="941832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WARNING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83480" y="923544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 Fallback — Straight Lines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83480" y="1261872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כאשר OpenRouteService API לא זמין או חרג ממגבלת הקצב, המפה מציגה קווים ישרים בין נקודות ציון במקום מסלולי כבישים אמיתיים.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569464"/>
            <a:ext cx="4160520" cy="1536192"/>
          </a:xfrm>
          <a:prstGeom prst="rect">
            <a:avLst/>
          </a:prstGeom>
          <a:solidFill>
            <a:srgbClr val="FFFBEB"/>
          </a:solidFill>
          <a:ln w="25400">
            <a:solidFill>
              <a:srgbClr val="E8A00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320040" y="2569464"/>
            <a:ext cx="100584" cy="1536192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3566160" y="2660904"/>
            <a:ext cx="804672" cy="246888"/>
          </a:xfrm>
          <a:prstGeom prst="rect">
            <a:avLst/>
          </a:prstGeom>
          <a:solidFill>
            <a:srgbClr val="E8A00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3566160" y="2660904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WARNING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2920" y="2642616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Rate Limiting — No Retry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2980944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ה-Groq API חורג ממגבלת הקצב, יצירת המסלול נכשלת ללא מנגנון retry אוטומטי. המשתמש נדרש לנסות שנית ידנית.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2569464"/>
            <a:ext cx="4160520" cy="1536192"/>
          </a:xfrm>
          <a:prstGeom prst="rect">
            <a:avLst/>
          </a:prstGeom>
          <a:solidFill>
            <a:srgbClr val="FFF0F0"/>
          </a:solidFill>
          <a:ln w="25400">
            <a:solidFill>
              <a:srgbClr val="DC3545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4800600" y="2569464"/>
            <a:ext cx="100584" cy="1536192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8046720" y="2660904"/>
            <a:ext cx="804672" cy="24688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8046720" y="2660904"/>
            <a:ext cx="8046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983480" y="2642616"/>
            <a:ext cx="2971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Refresh — Race Condition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83480" y="2980944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כאשר ה-Access Token פג בו-זמנית עם מספר בקשות API, חלקן נכשלות עם שגיאת 401 לפני שה-TokenRefresher מרענן את הטוקן בהצלחה.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Routes Afeka 2026  ·  מכללת אפקה 2026  ·  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ארכיטקטורת המערכת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758952"/>
            <a:ext cx="2788920" cy="3986784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016FB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82880" y="758952"/>
            <a:ext cx="2788920" cy="621792"/>
          </a:xfrm>
          <a:prstGeom prst="rect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LAYER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1106424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שכבת לקוח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109728" cy="109728"/>
          </a:xfrm>
          <a:prstGeom prst="ellipse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548640" y="1472184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— App Router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109728" cy="109728"/>
          </a:xfrm>
          <a:prstGeom prst="ellipse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548640" y="1938528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MapView (react-leaflet)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109728" cy="109728"/>
          </a:xfrm>
          <a:prstGeom prst="ellipse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548640" y="2404872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PlanningForm Component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80944"/>
            <a:ext cx="109728" cy="109728"/>
          </a:xfrm>
          <a:prstGeom prst="ellipse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RouteCard + History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47288"/>
            <a:ext cx="109728" cy="109728"/>
          </a:xfrm>
          <a:prstGeom prst="ellipse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Cookie (httpOnly)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913632"/>
            <a:ext cx="109728" cy="109728"/>
          </a:xfrm>
          <a:prstGeom prst="ellipse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548640" y="3803904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TokenRefresher (silent)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758952"/>
            <a:ext cx="2788920" cy="3986784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3246120" y="758952"/>
            <a:ext cx="278892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3337560" y="7772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LAYER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37560" y="1106424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שכבת שרת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158191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3611880" y="1472184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API Routes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29000" y="204825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3611880" y="1938528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/api/generate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251460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3611880" y="2404872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GET/POST/DELETE /api/routes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29000" y="298094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3611880" y="2871216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/api/weather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29000" y="344728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3611880" y="3337560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middleware.ts (jose JWT)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29000" y="391363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3611880" y="3803904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Auth :4000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429000" y="437997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3611880" y="4270248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via Mongoose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758952"/>
            <a:ext cx="2788920" cy="3986784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1C7293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41" name="Shape 39"/>
          <p:cNvSpPr/>
          <p:nvPr/>
        </p:nvSpPr>
        <p:spPr>
          <a:xfrm>
            <a:off x="6309360" y="758952"/>
            <a:ext cx="278892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Text 40"/>
          <p:cNvSpPr/>
          <p:nvPr/>
        </p:nvSpPr>
        <p:spPr>
          <a:xfrm>
            <a:off x="6400800" y="77724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EXTERNAL SERVICES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400800" y="1106424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D0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שירותים חיצוניים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1581912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5" name="Text 43"/>
          <p:cNvSpPr/>
          <p:nvPr/>
        </p:nvSpPr>
        <p:spPr>
          <a:xfrm>
            <a:off x="6675120" y="1472184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— llama-3.3-70b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92240" y="204825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Text 45"/>
          <p:cNvSpPr/>
          <p:nvPr/>
        </p:nvSpPr>
        <p:spPr>
          <a:xfrm>
            <a:off x="6675120" y="1938528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OpenRouteService (ORS)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92240" y="2514600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6675120" y="2404872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WeatherAPI.com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92240" y="2980944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1" name="Text 49"/>
          <p:cNvSpPr/>
          <p:nvPr/>
        </p:nvSpPr>
        <p:spPr>
          <a:xfrm>
            <a:off x="6675120" y="2871216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(images)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92240" y="3447288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6675120" y="3337560"/>
            <a:ext cx="2313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8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971800" y="2706624"/>
            <a:ext cx="2743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5" name="Shape 53"/>
          <p:cNvSpPr/>
          <p:nvPr/>
        </p:nvSpPr>
        <p:spPr>
          <a:xfrm>
            <a:off x="6035040" y="2706624"/>
            <a:ext cx="2743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6" name="Text 54"/>
          <p:cNvSpPr/>
          <p:nvPr/>
        </p:nvSpPr>
        <p:spPr>
          <a:xfrm>
            <a:off x="2948940" y="25466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012180" y="25466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9" name="Text 5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Routes Afeka 2026  ·  מכללת אפקה 2026  ·  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יצירת מסלול AI — /api/generate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LLM + ORS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557784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557784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521208" y="86868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676656" y="86868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68680" y="777240"/>
            <a:ext cx="4846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src/app/api/generate/route.ts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161288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Verify JWT auth token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287475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await verifyAuth();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1413662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(!user) return json({ message: 'לא מורשה' }, 401);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1666037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Build LLM prompt by trip type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1792224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prompt = tripType === 'cycling'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1918411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buildCyclingPrompt(destination, durationDays)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044598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buildTrekkingPrompt(destination, durationDays);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2296973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Call Groq LLM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2423160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completion = await groq.chat.completions.create({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2549347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'llama-3.3-70b-versatile',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2675534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messages: [{ role: 'user', content: prompt }],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801722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temperature: 0.7,  max_tokens: 3000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927909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3180283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Enrich waypoints with ORS road geometry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3306470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routesWithGeometry = await Promise.all(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3432658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dailyRoutes.map(async (day) =&gt; {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3558845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geometry = await getRouteGeometry(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3685032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day.waypoints, orsProfile  // 'cycling-regular' | 'foot-hiking'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3811219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3937406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...day, routeGeometry: geometry };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4063594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4189781"/>
            <a:ext cx="534924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16752" y="795528"/>
            <a:ext cx="28346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5" name="Shape 33"/>
          <p:cNvSpPr/>
          <p:nvPr/>
        </p:nvSpPr>
        <p:spPr>
          <a:xfrm>
            <a:off x="6016752" y="795528"/>
            <a:ext cx="9144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6181344" y="8595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Auth Check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81344" y="117957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מאומת לפני כל עיבוד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16752" y="1792224"/>
            <a:ext cx="28346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9" name="Shape 37"/>
          <p:cNvSpPr/>
          <p:nvPr/>
        </p:nvSpPr>
        <p:spPr>
          <a:xfrm>
            <a:off x="6016752" y="1792224"/>
            <a:ext cx="9144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6181344" y="18562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Groq Prompt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81344" y="217627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מבנה JSON מדויק עם נקודות GPS ביומי מסלול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16752" y="2788920"/>
            <a:ext cx="28346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16FB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3" name="Shape 41"/>
          <p:cNvSpPr/>
          <p:nvPr/>
        </p:nvSpPr>
        <p:spPr>
          <a:xfrm>
            <a:off x="6016752" y="2788920"/>
            <a:ext cx="91440" cy="868680"/>
          </a:xfrm>
          <a:prstGeom prst="rect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Text 42"/>
          <p:cNvSpPr/>
          <p:nvPr/>
        </p:nvSpPr>
        <p:spPr>
          <a:xfrm>
            <a:off x="6181344" y="285292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ORS Enrich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81344" y="31729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waypoints → גאומטריית כביש אמיתית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16752" y="3785616"/>
            <a:ext cx="283464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6F0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7" name="Shape 45"/>
          <p:cNvSpPr/>
          <p:nvPr/>
        </p:nvSpPr>
        <p:spPr>
          <a:xfrm>
            <a:off x="6016752" y="3785616"/>
            <a:ext cx="91440" cy="868680"/>
          </a:xfrm>
          <a:prstGeom prst="rect">
            <a:avLst/>
          </a:prstGeom>
          <a:solidFill>
            <a:srgbClr val="C86F00"/>
          </a:solidFill>
          <a:ln w="12700">
            <a:solidFill>
              <a:srgbClr val="C86F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6181344" y="38496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Fallback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81344" y="416966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אם ORS לא זמין — קווים ישרים (dashed)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1" name="Text 4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Routes Afeka 2026  ·  מכללת אפקה 2026  ·  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הגנת ניתובים — middleware.ts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Auth Middleware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507492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507492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521208" y="86868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676656" y="86868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68680" y="777240"/>
            <a:ext cx="4343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src/middleware.ts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161288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PUBLIC_PATHS = ['/login', '/api/'];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413662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middleware(request: NextRequest) {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1539850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pathname } = request.nextUrl;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1792224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Allow public paths without auth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1918411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isPublic = PUBLIC_PATHS.some(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2044598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(path) =&gt; pathname.startsWith(path)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170786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2296973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(isPublic) return NextResponse.next();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2549347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Read token from httpOnly cookie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2675534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request.cookies.get('token')?.value;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2801722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(!token) return redirect('/login');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3054096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3180283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secret = new TextEncoder().encode(JWT_SECRET);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3306470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payload } = await jwtVerify(token, secret);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3432658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Pass user identity to route handlers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3558845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response.headers.set('x-user-id', payload.userId);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3685032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3811219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{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3937406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response.cookies.delete('token'); // clear bad token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4063594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redirect('/login');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4189781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4315968"/>
            <a:ext cx="484632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77840" y="8046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 Flow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577840" y="1298448"/>
            <a:ext cx="3337560" cy="3931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5577840" y="1298448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arrives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46620" y="1691640"/>
            <a:ext cx="0" cy="14630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Shape 36"/>
          <p:cNvSpPr/>
          <p:nvPr/>
        </p:nvSpPr>
        <p:spPr>
          <a:xfrm>
            <a:off x="5577840" y="1837944"/>
            <a:ext cx="3337560" cy="393192"/>
          </a:xfrm>
          <a:prstGeom prst="rect">
            <a:avLst/>
          </a:prstGeom>
          <a:solidFill>
            <a:srgbClr val="5A6D82"/>
          </a:solidFill>
          <a:ln w="12700">
            <a:solidFill>
              <a:srgbClr val="5A6D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5577840" y="1837944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path? → Allow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246620" y="2231136"/>
            <a:ext cx="0" cy="14630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Shape 39"/>
          <p:cNvSpPr/>
          <p:nvPr/>
        </p:nvSpPr>
        <p:spPr>
          <a:xfrm>
            <a:off x="5577840" y="2377440"/>
            <a:ext cx="3337560" cy="393192"/>
          </a:xfrm>
          <a:prstGeom prst="rect">
            <a:avLst/>
          </a:prstGeom>
          <a:solidFill>
            <a:srgbClr val="5A6D82"/>
          </a:solidFill>
          <a:ln w="12700">
            <a:solidFill>
              <a:srgbClr val="5A6D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2" name="Text 40"/>
          <p:cNvSpPr/>
          <p:nvPr/>
        </p:nvSpPr>
        <p:spPr>
          <a:xfrm>
            <a:off x="5577840" y="2377440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'token' found?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246620" y="2770632"/>
            <a:ext cx="0" cy="14630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Shape 42"/>
          <p:cNvSpPr/>
          <p:nvPr/>
        </p:nvSpPr>
        <p:spPr>
          <a:xfrm>
            <a:off x="5577840" y="2916936"/>
            <a:ext cx="3337560" cy="3931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5" name="Text 43"/>
          <p:cNvSpPr/>
          <p:nvPr/>
        </p:nvSpPr>
        <p:spPr>
          <a:xfrm>
            <a:off x="5577840" y="2916936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jwtVerify() with secret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246620" y="3310128"/>
            <a:ext cx="0" cy="14630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7" name="Shape 45"/>
          <p:cNvSpPr/>
          <p:nvPr/>
        </p:nvSpPr>
        <p:spPr>
          <a:xfrm>
            <a:off x="5577840" y="3456432"/>
            <a:ext cx="3337560" cy="393192"/>
          </a:xfrm>
          <a:prstGeom prst="rect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5577840" y="3456432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x-user-id header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246620" y="3849624"/>
            <a:ext cx="0" cy="146304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0" name="Shape 48"/>
          <p:cNvSpPr/>
          <p:nvPr/>
        </p:nvSpPr>
        <p:spPr>
          <a:xfrm>
            <a:off x="5577840" y="3995928"/>
            <a:ext cx="3337560" cy="3931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1" name="Text 49"/>
          <p:cNvSpPr/>
          <p:nvPr/>
        </p:nvSpPr>
        <p:spPr>
          <a:xfrm>
            <a:off x="5577840" y="3995928"/>
            <a:ext cx="3337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 /  Redirect ➜ Login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3" name="Text 5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Routes Afeka 2026  ·  מכללת אפקה 2026  ·  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מפת מסלולים — MapView.tsx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Leaflet + OpenStreetMap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539496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539496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521208" y="86868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676656" y="86868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68680" y="777240"/>
            <a:ext cx="4663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src/components/MapView.tsx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161288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⚠ Loaded client-side ONLY (ssr: false)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287475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DAY_COLORS = ['#2563eb','#dc2626','#16a34a',...];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1539850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1666037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map = L.map(containerRef.current)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1792224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.setView(defaultCenter, zoom || 10);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2044598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L.tileLayer('https://{s}.tile.openstreetmap.org/...')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170786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.addTo(map);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2423160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dailyRoutes.forEach((route, idx) =&gt; {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2549347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(route.routeGeometry?.length &gt; 0) {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2675534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ORS road-snapped polyline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2801722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L.polyline(routeGeometry,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927909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color, weight: 4, opacity: 0.8 }).addTo(map);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3054096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3180283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Fallback: dashed straight-line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3306470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L.polyline(latLngs,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3432658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dashArray: '10, 5' }).addTo(map);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3558845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3685032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Custom marker with L.divIcon (HTML/CSS)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3811219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L.marker([wp.lat, wp.lng], { icon })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3937406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.bindPopup(hebrewPopupHTML).addTo(map);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4063594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4189781"/>
            <a:ext cx="516636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[dailyRoutes]);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97880" y="80467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נקודות מפתח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852160" y="1261872"/>
            <a:ext cx="3063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5852160" y="1261872"/>
            <a:ext cx="91440" cy="73152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6016752" y="1316736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SSR: false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016752" y="160934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מצריך browser globals — תמיד dynamic import!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52160" y="2121408"/>
            <a:ext cx="3063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0" name="Shape 38"/>
          <p:cNvSpPr/>
          <p:nvPr/>
        </p:nvSpPr>
        <p:spPr>
          <a:xfrm>
            <a:off x="5852160" y="2121408"/>
            <a:ext cx="9144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39"/>
          <p:cNvSpPr/>
          <p:nvPr/>
        </p:nvSpPr>
        <p:spPr>
          <a:xfrm>
            <a:off x="6016752" y="2176272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Tiles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016752" y="246888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 רקע חינמית עם attribution מלא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52160" y="2980944"/>
            <a:ext cx="3063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16FB9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4" name="Shape 42"/>
          <p:cNvSpPr/>
          <p:nvPr/>
        </p:nvSpPr>
        <p:spPr>
          <a:xfrm>
            <a:off x="5852160" y="2980944"/>
            <a:ext cx="91440" cy="731520"/>
          </a:xfrm>
          <a:prstGeom prst="rect">
            <a:avLst/>
          </a:prstGeom>
          <a:solidFill>
            <a:srgbClr val="016FB9"/>
          </a:solidFill>
          <a:ln w="12700">
            <a:solidFill>
              <a:srgbClr val="016FB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5" name="Text 43"/>
          <p:cNvSpPr/>
          <p:nvPr/>
        </p:nvSpPr>
        <p:spPr>
          <a:xfrm>
            <a:off x="6016752" y="3035808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 Geometry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016752" y="332841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מסלולים צמודים לכבישים אמיתיים דרך ORS API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852160" y="3840480"/>
            <a:ext cx="306324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8" name="Shape 46"/>
          <p:cNvSpPr/>
          <p:nvPr/>
        </p:nvSpPr>
        <p:spPr>
          <a:xfrm>
            <a:off x="5852160" y="3840480"/>
            <a:ext cx="9144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6016752" y="3895344"/>
            <a:ext cx="2834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Markers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016752" y="418795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50" dirty="0">
                <a:solidFill>
                  <a:srgbClr val="5A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L.divIcon עם HTML — ▶ התחלה, ◼ סיום, מספור ביניים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2" name="Text 5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Routes Afeka 2026  ·  מכללת אפקה 2026  ·  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שמירת מסלולים — /api/routes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 CRUD + Mongoose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521208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521208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521208" y="868680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676656" y="868680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68680" y="777240"/>
            <a:ext cx="4480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B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src/app/api/routes/route.ts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161288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— Fetch user's saved routes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287475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GET(request: Request) {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1413662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user = await verifyAuth();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1539850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connectDB();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1666037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routes = await Route.find(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1792224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userId: user.userId }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1918411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).sort({ createdAt: -1 }).lean();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2044598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NextResponse.json(routes);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2170786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2423160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— Save approved route to history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2549347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async function POST(request: Request) {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675534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route = new Route({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801722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userId: user.userId, destination,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2927909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tripType, durationDays, dailyRoutes, imageUrl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3054096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3180283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route.save();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3306470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NextResponse.json(route, { status: 201 });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3432658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3685032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— Remove route (owner only)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3811219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route = await Route.findOneAndDelete(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3937406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_id: id, userId: user.userId }  // ownership check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4063594"/>
            <a:ext cx="4983480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69280" y="80467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Mongoose Schema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669280" y="1252728"/>
            <a:ext cx="3246120" cy="3108960"/>
          </a:xfrm>
          <a:prstGeom prst="rect">
            <a:avLst/>
          </a:prstGeom>
          <a:solidFill>
            <a:srgbClr val="0D1117"/>
          </a:solidFill>
          <a:ln w="25400">
            <a:solidFill>
              <a:srgbClr val="028090"/>
            </a:solidFill>
            <a:prstDash val="solid"/>
          </a:ln>
          <a:effectLst>
            <a:outerShdw blurRad="152400" dist="508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5669280" y="1252728"/>
            <a:ext cx="3246120" cy="338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5669280" y="1252728"/>
            <a:ext cx="3246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Model  (MongoDB)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79008" y="167335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String  (owner ref)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79008" y="1945843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String  (required)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79008" y="2218334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tripType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'cycling' | 'trekking'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79008" y="2490826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durationDays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Number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79008" y="2763317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dailyRoutes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Array&lt;DayRoute&gt;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79008" y="3035808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waypoints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Array&lt;{lat, lng, name}&gt;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79008" y="3308299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routeGeometry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Array&lt;[number, number]&gt;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79008" y="3580790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imageUrl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String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79008" y="385328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Date  (auto-generated)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41A42"/>
          </a:solidFill>
          <a:ln w="12700">
            <a:solidFill>
              <a:srgbClr val="141A4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Routes Afeka 2026  ·  מכללת אפקה 2026  ·  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10965</TotalTime>
  <Words>1325</Words>
  <Application>Microsoft Macintosh PowerPoint</Application>
  <PresentationFormat>On-screen Show (16:9)</PresentationFormat>
  <Paragraphs>205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Routes Afeka 2026</dc:title>
  <dc:subject>PptxGenJS Presentation</dc:subject>
  <dc:creator>PptxGenJS</dc:creator>
  <cp:lastModifiedBy>Ronen Shershnev</cp:lastModifiedBy>
  <cp:revision>2</cp:revision>
  <dcterms:created xsi:type="dcterms:W3CDTF">2026-03-07T16:23:15Z</dcterms:created>
  <dcterms:modified xsi:type="dcterms:W3CDTF">2026-03-15T07:12:28Z</dcterms:modified>
</cp:coreProperties>
</file>