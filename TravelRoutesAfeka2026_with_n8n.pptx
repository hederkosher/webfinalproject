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72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1 / 10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תכנון מסלולי אופניים וטיולים בעזרת בינה מלאכותית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1810512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מבצעי הפרויקט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רונן שרשנב  |  </a:t>
            </a:r>
            <a:r>
              <a:rPr lang="he-IL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ולדיסלב פבליוק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3291840" cy="8046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github.com/hederkosher/WebFinalProject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926080"/>
            <a:ext cx="3291840" cy="804672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Vercel (Production)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nextjs-client-lake.vercel.app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4096512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47472" y="4096512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91920" y="4098696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591920" y="4098696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6368" y="4096512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2836368" y="4096512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80816" y="4091941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080816" y="4091941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25264" y="4082796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325264" y="4082796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69712" y="4082796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569712" y="4082796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1 / 7</a:t>
            </a:r>
            <a:endParaRPr lang="en-US" sz="9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A1B08ACE-8E4F-CBED-9389-5B951CEB3858}"/>
              </a:ext>
            </a:extLst>
          </p:cNvPr>
          <p:cNvSpPr/>
          <p:nvPr/>
        </p:nvSpPr>
        <p:spPr>
          <a:xfrm>
            <a:off x="7873073" y="4078088"/>
            <a:ext cx="11037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CF5381D-9FAD-A427-34E2-E2F07D3DFE38}"/>
              </a:ext>
            </a:extLst>
          </p:cNvPr>
          <p:cNvSpPr/>
          <p:nvPr/>
        </p:nvSpPr>
        <p:spPr>
          <a:xfrm>
            <a:off x="7873073" y="4078088"/>
            <a:ext cx="11037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he-IL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באגים ובעיות ידועות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Bugs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50392"/>
            <a:ext cx="4160520" cy="1536192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00584" cy="153619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566160" y="941832"/>
            <a:ext cx="804672" cy="24688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566160" y="941832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923544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— SSR Incompatibility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126187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ספריית Leaflet לא תומכת ב-Server Side Rendering. רכיב MapView חייב להיות מיובא עם dynamic(() =&gt; import(...), { ssr: false }), אחרת האפליקציה קורסת בטעינה.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850392"/>
            <a:ext cx="4160520" cy="1536192"/>
          </a:xfrm>
          <a:prstGeom prst="rect">
            <a:avLst/>
          </a:prstGeom>
          <a:solidFill>
            <a:srgbClr val="FFFBEB"/>
          </a:solidFill>
          <a:ln w="25400">
            <a:solidFill>
              <a:srgbClr val="E8A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00600" y="850392"/>
            <a:ext cx="100584" cy="153619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46720" y="941832"/>
            <a:ext cx="804672" cy="24688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46720" y="941832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83480" y="923544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Fallback — Straight Lines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126187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OpenRouteService API לא זמין או חרג ממגבלת הקצב, המפה מציגה קווים ישרים בין נקודות ציון במקום מסלולי כבישים אמיתיים.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9464"/>
            <a:ext cx="4160520" cy="1536192"/>
          </a:xfrm>
          <a:prstGeom prst="rect">
            <a:avLst/>
          </a:prstGeom>
          <a:solidFill>
            <a:srgbClr val="FFFBEB"/>
          </a:solidFill>
          <a:ln w="25400">
            <a:solidFill>
              <a:srgbClr val="E8A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20040" y="2569464"/>
            <a:ext cx="100584" cy="153619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566160" y="2660904"/>
            <a:ext cx="804672" cy="24688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566160" y="2660904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" y="264261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Rate Limiting — No Retry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98094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ה-Groq API חורג ממגבלת הקצב, יצירת המסלול נכשלת ללא מנגנון retry אוטומטי. המשתמש נדרש לנסות שנית ידנית.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569464"/>
            <a:ext cx="4160520" cy="1536192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00600" y="2569464"/>
            <a:ext cx="100584" cy="153619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46720" y="2660904"/>
            <a:ext cx="804672" cy="24688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46720" y="2660904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83480" y="264261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— Race Condition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83480" y="298094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ה-Access Token פג בו-זמנית עם מספר בקשות API, חלקן נכשלות עם שגיאת 401 לפני שה-TokenRefresher מרענן את הטוקן בהצלחה.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ארכיטקטורת המערכת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82880" y="758952"/>
            <a:ext cx="2788920" cy="621792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LAYER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לקוח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— App Router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 (react-leaflet)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PlanningForm Component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RouteCard +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47288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Cookie (httpOnly)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380390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TokenRefresher (silent)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46120" y="758952"/>
            <a:ext cx="278892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33756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שרת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58191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61188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API Routes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20482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1188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25146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1188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GET/POST/DELETE /api/routes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29809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61188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/api/weather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344728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61188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middleware.ts (jose JWT)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29000" y="391363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611880" y="380390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Auth :4000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437997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11880" y="427024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via Mongoose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09360" y="758952"/>
            <a:ext cx="278892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SERVICES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שירותים חיצוניים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1581912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67512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— llama-3.3-70b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92240" y="20482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67512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OpenRouteService (ORS)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25146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67512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WeatherAPI.com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92240" y="298094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67512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(images)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92240" y="344728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67512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71800" y="2706624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035040" y="2706624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2944368" y="2514600"/>
            <a:ext cx="4846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016752" y="2514600"/>
            <a:ext cx="4754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יצירת מסלול AI - /api/generate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LLM + 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5778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5778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src/app/api/generate/route.ts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Verify JWT auth token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await verifyAuth();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41366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(!user) return json({ message: 'לא מורשה' }, 401);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666037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Build LLM prompt by trip type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79222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prompt = tripType === 'cycling'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918411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buildCyclingPrompt(destination, durationDays)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04459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buildTrekkingPrompt(destination, durationDays);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296973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Call Groq LLM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423160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completion = await groq.chat.completions.create({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549347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'llama-3.3-70b-versatile',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67553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[{ role: 'user', content: prompt }],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80172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temperature: 0.7,  max_tokens: 3000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927909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180283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Enrich waypoints with ORS road geometry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306470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routesWithGeometry = await Promise.all(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43265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dailyRoutes.map(async (day) =&gt;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558845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geometry = await getRouteGeometry(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68503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day.waypoints, orsProfile  // 'cycling-regular' | 'foot-hiking'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811219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937406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...day, routeGeometry: geometry };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06359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189781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795528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016752" y="795528"/>
            <a:ext cx="91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81344" y="8595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Auth Check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81344" y="1179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</a:t>
            </a:r>
            <a:r>
              <a:rPr lang="he-IL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מאומת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לפני כל עיבוד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16752" y="1792224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016752" y="1792224"/>
            <a:ext cx="914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81344" y="1856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Groq Prompt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81344" y="21762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JSON </a:t>
            </a:r>
            <a:r>
              <a:rPr lang="he-IL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מדויק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נקודותGPS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ביומי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מסלול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16752" y="2788920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016752" y="2788920"/>
            <a:ext cx="91440" cy="868680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181344" y="2852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ORS Enrich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31729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 → גאומטריית כביש אמיתית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16752" y="3785616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6F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16752" y="3785616"/>
            <a:ext cx="91440" cy="868680"/>
          </a:xfrm>
          <a:prstGeom prst="rect">
            <a:avLst/>
          </a:prstGeom>
          <a:solidFill>
            <a:srgbClr val="C86F00"/>
          </a:solidFill>
          <a:ln w="12700">
            <a:solidFill>
              <a:srgbClr val="C86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181344" y="3849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Fallback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81344" y="41696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ORS </a:t>
            </a:r>
            <a:r>
              <a:rPr lang="he-IL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זמין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קווים ישרים (dashed)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הגנת ניתובים — middleware.ts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Auth Middleware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0749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07492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343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src/middleware.ts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PUBLIC_PATHS = ['/login', '/api/'];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41366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middleware(request: NextRequest)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539850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pathname } = request.nextUrl;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79222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Allow public paths without auth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918411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isPublic = PUBLIC_PATHS.some(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04459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(path) =&gt; pathname.startsWith(path)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17078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296973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(isPublic) return NextResponse.next();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549347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token from httpOnly cookie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67553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request.cookies.get('token')?.value;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80172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redirect('/login');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05409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180283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secret = new TextEncoder().encode(JWT_SECRET);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306470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payload } = await jwtVerify(token, secret);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43265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Pass user identity to route handlers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558845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response.headers.set('x-user-id', payload.userId);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68503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811219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93740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response.cookies.delete('token'); // clear bad token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06359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redirect('/login');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189781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31596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8046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77840" y="1298448"/>
            <a:ext cx="3337560" cy="3931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577840" y="1298448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arrives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46620" y="1691640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5577840" y="1837944"/>
            <a:ext cx="3337560" cy="393192"/>
          </a:xfrm>
          <a:prstGeom prst="rect">
            <a:avLst/>
          </a:prstGeom>
          <a:solidFill>
            <a:srgbClr val="5A6D82"/>
          </a:solidFill>
          <a:ln w="12700">
            <a:solidFill>
              <a:srgbClr val="5A6D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577840" y="1837944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path? → Allow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46620" y="2231136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577840" y="2377440"/>
            <a:ext cx="3337560" cy="393192"/>
          </a:xfrm>
          <a:prstGeom prst="rect">
            <a:avLst/>
          </a:prstGeom>
          <a:solidFill>
            <a:srgbClr val="5A6D82"/>
          </a:solidFill>
          <a:ln w="12700">
            <a:solidFill>
              <a:srgbClr val="5A6D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577840" y="237744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'token' found?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246620" y="2770632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577840" y="2916936"/>
            <a:ext cx="3337560" cy="3931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577840" y="2916936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jwtVerify() with secret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46620" y="3310128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577840" y="3456432"/>
            <a:ext cx="3337560" cy="393192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577840" y="3456432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x-user-id header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46620" y="3849624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5577840" y="3995928"/>
            <a:ext cx="3337560" cy="3931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577840" y="3995928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 /  Redirect ➜ Login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מפת מסלולים — MapView.tsx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Leaflet + OpenStreetMap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3949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3949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663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src/components/MapView.tsx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 Loaded client-side ONLY (ssr: false)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DAY_COLORS = ['#2563eb','#dc2626','#16a34a',...];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53985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666037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map = L.map(containerRef.current)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79222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.setView(defaultCenter, zoom || 10);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04459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L.tileLayer('https://{s}.tile.openstreetmap.org/...')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17078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.addTo(map);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42316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dailyRoutes.forEach((route, idx) =&gt;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549347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(route.routeGeometry?.length &gt; 0)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67553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ORS road-snapped polyline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801722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L.polyline(routeGeometry,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927909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color, weight: 4, opacity: 0.8 }).addTo(map);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05409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180283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Fallback: dashed straight-line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30647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L.polyline(latLngs,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43265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dashArray: '10, 5' }).addTo(map);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558845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685032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Custom marker with L.divIcon (HTML/CSS)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811219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L.marker([wp.lat, wp.lng], { icon })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93740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.bindPopup(hebrewPopupHTML).addTo(map);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06359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189781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[dailyRoutes]);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נקודות מפתח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852160" y="1261872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852160" y="1261872"/>
            <a:ext cx="91440" cy="73152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016752" y="13167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false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16752" y="16093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</a:t>
            </a:r>
            <a:r>
              <a:rPr lang="he-IL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מצריך</a:t>
            </a: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browser </a:t>
            </a:r>
            <a:r>
              <a:rPr lang="en-US" sz="95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</a:t>
            </a: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תמיד dynamic import!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121408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852160" y="2121408"/>
            <a:ext cx="914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016752" y="217627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16752" y="24688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רקע חינמית עם attribution מלא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2980944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852160" y="2980944"/>
            <a:ext cx="91440" cy="731520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016752" y="303580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Geometry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16752" y="332841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מסלולים צמודים לכבישים אמיתיים דרך ORS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52160" y="3840480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5852160" y="3840480"/>
            <a:ext cx="914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016752" y="389534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Markers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016752" y="418795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L.divIcon</a:t>
            </a: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</a:t>
            </a: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 — ▶ </a:t>
            </a:r>
            <a:r>
              <a:rPr lang="he-IL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התחלה</a:t>
            </a: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◼ סיום, מספור ביניים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שמירת מסלולים — /api/routes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CRUD + Mongoose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2120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21208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src/app/api/routes/route.ts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— Fetch user's saved routes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GET(request: Request)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41366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verifyAuth();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53985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connectDB();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666037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routes = await Route.find(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79222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userId: user.userId 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1918411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).sort({ createdAt: -1 }).lean();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04459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NextResponse.json(routes);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17078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42316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— Save approved route to history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549347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POST(request: Request)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67553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route = new Route({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80172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userId: user.userId, destination,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2927909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tripType, durationDays, dailyRoutes, imageUrl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05409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180283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route.save();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30647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NextResponse.json(route, { status: 201 });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43265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68503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— Remove route (owner only)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811219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 = await Route.findOneAndDelete(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393740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_id: id, userId: user.userId }  // ownership check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06359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0" y="804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Mongoose Schema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0" y="1252728"/>
            <a:ext cx="3246120" cy="3108960"/>
          </a:xfrm>
          <a:prstGeom prst="rect">
            <a:avLst/>
          </a:prstGeom>
          <a:solidFill>
            <a:srgbClr val="0D1117"/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669280" y="1252728"/>
            <a:ext cx="324612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669280" y="1252728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Model  (MongoDB)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79008" y="167335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  (owner ref)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79008" y="1945843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  (required)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79008" y="221833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tripType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'cycling' | 'trekking'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79008" y="2490826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durationDays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Number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79008" y="2763317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dailyRoutes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Array&lt;DayRoute&gt;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3035808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waypoints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Array&lt;{lat, lng, name}&gt;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79008" y="3308299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routeGeometry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Array&lt;[number, number]&gt;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79008" y="358079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imageUrl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79008" y="385328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Date  (auto-generated)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86801" y="0"/>
            <a:ext cx="3437159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he-IL" sz="24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אוטומצי</a:t>
            </a:r>
            <a:r>
              <a:rPr lang="he-IL" sz="2400" b="1" dirty="0">
                <a:solidFill>
                  <a:srgbClr val="FFFFFF"/>
                </a:solidFill>
                <a:latin typeface="Arial Black"/>
              </a:rPr>
              <a:t>י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ת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מערכת</a:t>
            </a:r>
            <a:r>
              <a:rPr lang="en-IL" sz="24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Arial Black"/>
              </a:rPr>
              <a:t>-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dirty="0">
                <a:solidFill>
                  <a:srgbClr val="CADCFC"/>
                </a:solidFill>
                <a:latin typeface="Consolas"/>
              </a:rPr>
              <a:t>Workflow Automation +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2120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74904" y="914400"/>
            <a:ext cx="118872" cy="118872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9496" y="914400"/>
            <a:ext cx="118872" cy="118872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914400"/>
            <a:ext cx="118872" cy="118872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7600" y="8595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n8n / workflow-overview.png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444752"/>
            <a:ext cx="4608576" cy="3008376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8A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 dirty="0">
              <a:solidFill>
                <a:srgbClr val="8AA0B5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0" y="8046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Automation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083563"/>
            <a:ext cx="3246120" cy="886259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70417" y="1083564"/>
            <a:ext cx="91440" cy="886258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1857" y="1085289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Route Saved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0646" y="1267407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Schedule trigger on recent routes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Find owner in MongoDB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Build image + HTML summary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Send one email per approved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159000"/>
            <a:ext cx="3246120" cy="87406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79" y="2159000"/>
            <a:ext cx="92577" cy="874066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0646" y="2166521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Welcome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0646" y="2363117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Detect recent users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Filter by </a:t>
            </a:r>
            <a:r>
              <a:rPr sz="1000" dirty="0" err="1">
                <a:solidFill>
                  <a:srgbClr val="5A6D82"/>
                </a:solidFill>
                <a:latin typeface="Calibri"/>
              </a:rPr>
              <a:t>createdAt</a:t>
            </a:r>
            <a:r>
              <a:rPr sz="1000" dirty="0">
                <a:solidFill>
                  <a:srgbClr val="5A6D82"/>
                </a:solidFill>
                <a:latin typeface="Calibri"/>
              </a:rPr>
              <a:t> in Code node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Loop over users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Send onboarding email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222243"/>
            <a:ext cx="3246120" cy="799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79" y="3222244"/>
            <a:ext cx="92577" cy="799390"/>
          </a:xfrm>
          <a:prstGeom prst="rect">
            <a:avLst/>
          </a:prstGeom>
          <a:solidFill>
            <a:srgbClr val="016FB9"/>
          </a:solidFill>
          <a:ln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3872" y="3286252"/>
            <a:ext cx="2196692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Weekly Analytics</a:t>
            </a:r>
            <a:r>
              <a:rPr lang="en-US" sz="1200" b="1" dirty="0">
                <a:solidFill>
                  <a:srgbClr val="1E2761"/>
                </a:solidFill>
                <a:latin typeface="Calibri"/>
              </a:rPr>
              <a:t> (future work) </a:t>
            </a:r>
            <a:endParaRPr sz="12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03756" y="3485528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Aggregate last 7 days by destination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Identify top destination of the week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Send summary report to project owners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8 / 10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A0838AB-63D2-9CE3-10FD-AFED1F91B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1288"/>
            <a:ext cx="5212080" cy="3548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Arial Black"/>
              </a:rPr>
              <a:t>אוטומציית שמירת מסלול —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ADCFC"/>
                </a:solidFill>
                <a:latin typeface="Consolas"/>
              </a:rPr>
              <a:t>Route Saved Email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2120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74904" y="914400"/>
            <a:ext cx="118872" cy="118872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9496" y="914400"/>
            <a:ext cx="118872" cy="118872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914400"/>
            <a:ext cx="118872" cy="118872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7600" y="8595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n8n / route-saved-workflow.png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80467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Workflow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9800" y="864832"/>
            <a:ext cx="2834640" cy="732892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5160" y="864832"/>
            <a:ext cx="91440" cy="732892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4184" y="868247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① Detect New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8760" y="1061343"/>
            <a:ext cx="2560320" cy="11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Schedule Trigger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MongoDB finds recent routes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Loop branch runs once per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5160" y="1741542"/>
            <a:ext cx="2834640" cy="7328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15160" y="1741542"/>
            <a:ext cx="91440" cy="732892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44184" y="17365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② Match Route to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9480" y="1950330"/>
            <a:ext cx="2560320" cy="11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travel-</a:t>
            </a:r>
            <a:r>
              <a:rPr sz="950" dirty="0" err="1">
                <a:solidFill>
                  <a:srgbClr val="5A6D82"/>
                </a:solidFill>
                <a:latin typeface="Calibri"/>
              </a:rPr>
              <a:t>routes.userId</a:t>
            </a:r>
            <a:r>
              <a:rPr sz="950" dirty="0">
                <a:solidFill>
                  <a:srgbClr val="5A6D82"/>
                </a:solidFill>
                <a:latin typeface="Calibri"/>
              </a:rPr>
              <a:t> is String</a:t>
            </a: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5A6D82"/>
                </a:solidFill>
                <a:latin typeface="Calibri"/>
              </a:rPr>
              <a:t>users._id</a:t>
            </a:r>
            <a:r>
              <a:rPr sz="950" dirty="0">
                <a:solidFill>
                  <a:srgbClr val="5A6D82"/>
                </a:solidFill>
                <a:latin typeface="Calibri"/>
              </a:rPr>
              <a:t> is </a:t>
            </a:r>
            <a:r>
              <a:rPr sz="950" dirty="0" err="1">
                <a:solidFill>
                  <a:srgbClr val="5A6D82"/>
                </a:solidFill>
                <a:latin typeface="Calibri"/>
              </a:rPr>
              <a:t>ObjectId</a:t>
            </a:r>
            <a:endParaRPr sz="950" dirty="0">
              <a:solidFill>
                <a:srgbClr val="5A6D82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Workflow resolves the owner before sending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5160" y="2617718"/>
            <a:ext cx="2834640" cy="656468"/>
          </a:xfrm>
          <a:prstGeom prst="rect">
            <a:avLst/>
          </a:prstGeom>
          <a:solidFill>
            <a:srgbClr val="FFFFFF"/>
          </a:solidFill>
          <a:ln w="12700"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15160" y="2617718"/>
            <a:ext cx="91440" cy="656468"/>
          </a:xfrm>
          <a:prstGeom prst="rect">
            <a:avLst/>
          </a:prstGeom>
          <a:solidFill>
            <a:srgbClr val="016FB9"/>
          </a:solidFill>
          <a:ln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0880" y="262204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③ Build Visual +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8760" y="2773452"/>
            <a:ext cx="2560320" cy="11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5A6D82"/>
                </a:solidFill>
                <a:latin typeface="Calibri"/>
              </a:rPr>
              <a:t>Groq</a:t>
            </a:r>
            <a:r>
              <a:rPr sz="950" dirty="0">
                <a:solidFill>
                  <a:srgbClr val="5A6D82"/>
                </a:solidFill>
                <a:latin typeface="Calibri"/>
              </a:rPr>
              <a:t> creates a short visual prompt</a:t>
            </a: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5A6D82"/>
                </a:solidFill>
                <a:latin typeface="Calibri"/>
              </a:rPr>
              <a:t>Unsplash</a:t>
            </a:r>
            <a:r>
              <a:rPr sz="950" dirty="0">
                <a:solidFill>
                  <a:srgbClr val="5A6D82"/>
                </a:solidFill>
                <a:latin typeface="Calibri"/>
              </a:rPr>
              <a:t> returns one destination image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Code node builds HTML + text body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25623" y="3374939"/>
            <a:ext cx="2834640" cy="667794"/>
          </a:xfrm>
          <a:prstGeom prst="rect">
            <a:avLst/>
          </a:prstGeom>
          <a:solidFill>
            <a:srgbClr val="FFFFFF"/>
          </a:solidFill>
          <a:ln w="12700">
            <a:solidFill>
              <a:srgbClr val="C8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25623" y="3374939"/>
            <a:ext cx="91440" cy="667794"/>
          </a:xfrm>
          <a:prstGeom prst="rect">
            <a:avLst/>
          </a:prstGeom>
          <a:solidFill>
            <a:srgbClr val="C86F00"/>
          </a:solidFill>
          <a:ln>
            <a:solidFill>
              <a:srgbClr val="C8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71343" y="337493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④ Send on Loop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9943" y="3540603"/>
            <a:ext cx="2560320" cy="117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The email node must run from loop output,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not from done output,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so every route gets its own message.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6752" y="4195000"/>
            <a:ext cx="1356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16752" y="4213288"/>
            <a:ext cx="1356360" cy="2103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761"/>
                </a:solidFill>
                <a:latin typeface="Calibri"/>
              </a:rPr>
              <a:t>MongoDB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4195000"/>
            <a:ext cx="1356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0" y="4213288"/>
            <a:ext cx="1356360" cy="2103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 dirty="0" err="1">
                <a:solidFill>
                  <a:srgbClr val="1E2761"/>
                </a:solidFill>
                <a:latin typeface="Calibri"/>
              </a:rPr>
              <a:t>Groq</a:t>
            </a:r>
            <a:r>
              <a:rPr sz="1050" dirty="0">
                <a:solidFill>
                  <a:srgbClr val="1E2761"/>
                </a:solidFill>
                <a:latin typeface="Calibri"/>
              </a:rPr>
              <a:t> + </a:t>
            </a:r>
            <a:r>
              <a:rPr sz="1050" dirty="0" err="1">
                <a:solidFill>
                  <a:srgbClr val="1E2761"/>
                </a:solidFill>
                <a:latin typeface="Calibri"/>
              </a:rPr>
              <a:t>Unsplash</a:t>
            </a:r>
            <a:endParaRPr sz="105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9 / 10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8968209-C5C1-6C7C-867D-58E48AF3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02524"/>
            <a:ext cx="5200599" cy="2914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18212" y="0"/>
            <a:ext cx="4605748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lang="he-IL" sz="24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אימייל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פתיחה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 +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דוח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 Black"/>
              </a:rPr>
              <a:t>שבוע</a:t>
            </a:r>
            <a:r>
              <a:rPr lang="he-IL" sz="2400" b="1" dirty="0">
                <a:solidFill>
                  <a:srgbClr val="FFFFFF"/>
                </a:solidFill>
                <a:latin typeface="Arial Black"/>
              </a:rPr>
              <a:t>י</a:t>
            </a:r>
            <a:r>
              <a:rPr lang="en-US" sz="2400" b="1" dirty="0">
                <a:solidFill>
                  <a:srgbClr val="FFFFFF"/>
                </a:solidFill>
                <a:latin typeface="Arial Black"/>
              </a:rPr>
              <a:t> -</a:t>
            </a:r>
            <a:r>
              <a:rPr sz="2400" b="1" dirty="0">
                <a:solidFill>
                  <a:srgbClr val="FFFFFF"/>
                </a:solidFill>
                <a:latin typeface="Arial Black"/>
              </a:rPr>
              <a:t>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8960" y="171831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dirty="0">
                <a:solidFill>
                  <a:srgbClr val="CADCFC"/>
                </a:solidFill>
                <a:latin typeface="Consolas"/>
              </a:rPr>
              <a:t>Onboarding +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212080" cy="1798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74904" y="914400"/>
            <a:ext cx="118872" cy="118872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9496" y="914400"/>
            <a:ext cx="118872" cy="118872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" y="914400"/>
            <a:ext cx="118872" cy="118872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7600" y="8595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n8n / welcome-workflow.png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20340"/>
            <a:ext cx="521208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4904" y="2857500"/>
            <a:ext cx="118872" cy="118872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39496" y="2857500"/>
            <a:ext cx="118872" cy="118872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4088" y="2857500"/>
            <a:ext cx="118872" cy="118872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7600" y="28026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n8n / weekly-report-workflow.png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8046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Additional Automations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9912" y="790194"/>
            <a:ext cx="324612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49912" y="790194"/>
            <a:ext cx="91440" cy="740664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4504" y="79019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Welcome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997219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Find recent users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Filter by </a:t>
            </a:r>
            <a:r>
              <a:rPr sz="1000" dirty="0" err="1">
                <a:solidFill>
                  <a:srgbClr val="5A6D82"/>
                </a:solidFill>
                <a:latin typeface="Calibri"/>
              </a:rPr>
              <a:t>createdAt</a:t>
            </a:r>
            <a:r>
              <a:rPr sz="1000" dirty="0">
                <a:solidFill>
                  <a:srgbClr val="5A6D82"/>
                </a:solidFill>
                <a:latin typeface="Calibri"/>
              </a:rPr>
              <a:t> in a Code node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Send a first-use message after signup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49912" y="1696466"/>
            <a:ext cx="324612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49912" y="1696466"/>
            <a:ext cx="91440" cy="740664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170281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Top Destination of the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4504" y="1883899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Run once per week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Aggregate routes from the last 7 days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Send a lightweight report to the owners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9912" y="2602738"/>
            <a:ext cx="324612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49912" y="2602738"/>
            <a:ext cx="91440" cy="740664"/>
          </a:xfrm>
          <a:prstGeom prst="rect">
            <a:avLst/>
          </a:prstGeom>
          <a:solidFill>
            <a:srgbClr val="016FB9"/>
          </a:solidFill>
          <a:ln>
            <a:solidFill>
              <a:srgbClr val="016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06440" y="260273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E2761"/>
                </a:solidFill>
                <a:latin typeface="Calibri"/>
              </a:rPr>
              <a:t>Presentation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799334"/>
            <a:ext cx="2971800" cy="2834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n8n is presented as an external layer: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not required for core usage,</a:t>
            </a:r>
          </a:p>
          <a:p>
            <a:pPr algn="l">
              <a:spcAft>
                <a:spcPts val="0"/>
              </a:spcAft>
            </a:pPr>
            <a:r>
              <a:rPr sz="1000" dirty="0">
                <a:solidFill>
                  <a:srgbClr val="5A6D82"/>
                </a:solidFill>
                <a:latin typeface="Calibri"/>
              </a:rPr>
              <a:t>but strong as bonus system value.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49912" y="3509009"/>
            <a:ext cx="3246120" cy="702547"/>
          </a:xfrm>
          <a:prstGeom prst="rect">
            <a:avLst/>
          </a:prstGeom>
          <a:solidFill>
            <a:srgbClr val="FFFFFF"/>
          </a:solidFill>
          <a:ln w="12700">
            <a:solidFill>
              <a:srgbClr val="C8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49912" y="3509010"/>
            <a:ext cx="91440" cy="702546"/>
          </a:xfrm>
          <a:prstGeom prst="rect">
            <a:avLst/>
          </a:prstGeom>
          <a:solidFill>
            <a:srgbClr val="C86F00"/>
          </a:solidFill>
          <a:ln>
            <a:solidFill>
              <a:srgbClr val="C8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14504" y="3486571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Screenshots to Insert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4504" y="3682509"/>
            <a:ext cx="2971800" cy="57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1) route-email canvas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2) welcome-email canvas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5A6D82"/>
                </a:solidFill>
                <a:latin typeface="Calibri"/>
              </a:rPr>
              <a:t>3) weekly report canvas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Travel Routes Afeka 2026  ·  מכללת אפקה 2026  ·  10 / 10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24B5B8-E0B5-AB69-EC26-34B5A9D1C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" y="1186426"/>
            <a:ext cx="5201216" cy="123673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A326333-A4D7-F364-60E8-E9EB02759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219784"/>
            <a:ext cx="5212080" cy="925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1665</Words>
  <Application>Microsoft Office PowerPoint</Application>
  <PresentationFormat>On-screen Show (16:9)</PresentationFormat>
  <Paragraphs>270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Routes Afeka 2026</dc:title>
  <dc:subject>PptxGenJS Presentation</dc:subject>
  <dc:creator>PptxGenJS</dc:creator>
  <cp:lastModifiedBy>Kero nell</cp:lastModifiedBy>
  <cp:revision>4</cp:revision>
  <dcterms:created xsi:type="dcterms:W3CDTF">2026-03-07T16:23:15Z</dcterms:created>
  <dcterms:modified xsi:type="dcterms:W3CDTF">2026-03-14T14:15:30Z</dcterms:modified>
</cp:coreProperties>
</file>